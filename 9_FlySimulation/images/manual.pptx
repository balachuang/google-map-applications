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zh-TW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958467" name="標題佔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TW"/>
          </a:p>
        </p:txBody>
      </p:sp>
      <p:sp>
        <p:nvSpPr>
          <p:cNvPr id="1906844019" name="日期佔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zh-TW"/>
              <a:t>10/30/2013</a:t>
            </a:fld>
            <a:endParaRPr lang="zh-TW"/>
          </a:p>
        </p:txBody>
      </p:sp>
      <p:sp>
        <p:nvSpPr>
          <p:cNvPr id="872312973" name="幻燈片圖像佔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TW"/>
          </a:p>
        </p:txBody>
      </p:sp>
      <p:sp>
        <p:nvSpPr>
          <p:cNvPr id="1768480475" name="備註 佔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TW"/>
              <a:t>單擊以編輯主文本樣式</a:t>
            </a:r>
            <a:endParaRPr/>
          </a:p>
          <a:p>
            <a:pPr lvl="1">
              <a:defRPr/>
            </a:pPr>
            <a:r>
              <a:rPr lang="zh-TW"/>
              <a:t>第二級</a:t>
            </a:r>
            <a:endParaRPr/>
          </a:p>
          <a:p>
            <a:pPr lvl="2">
              <a:defRPr/>
            </a:pPr>
            <a:r>
              <a:rPr lang="zh-TW"/>
              <a:t>三級</a:t>
            </a:r>
            <a:endParaRPr/>
          </a:p>
          <a:p>
            <a:pPr lvl="3">
              <a:defRPr/>
            </a:pPr>
            <a:r>
              <a:rPr lang="zh-TW"/>
              <a:t>第四級</a:t>
            </a:r>
            <a:endParaRPr/>
          </a:p>
          <a:p>
            <a:pPr lvl="4">
              <a:defRPr/>
            </a:pPr>
            <a:r>
              <a:rPr lang="zh-TW"/>
              <a:t>第五級</a:t>
            </a:r>
            <a:endParaRPr lang="zh-TW"/>
          </a:p>
        </p:txBody>
      </p:sp>
      <p:sp>
        <p:nvSpPr>
          <p:cNvPr id="1276077151" name="頁腳佔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/>
          </a:p>
        </p:txBody>
      </p:sp>
      <p:sp>
        <p:nvSpPr>
          <p:cNvPr id="859391247" name="幻燈片編號佔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zh-TW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592885" name="幻燈片圖像佔位符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6031300" name="備註 佔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TW">
              <a:latin typeface="Arial"/>
              <a:cs typeface="Arial"/>
            </a:endParaRPr>
          </a:p>
        </p:txBody>
      </p:sp>
      <p:sp>
        <p:nvSpPr>
          <p:cNvPr id="590390902" name="幻燈片編號佔位符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zh-TW"/>
              <a:t>1</a:t>
            </a:fld>
            <a:endParaRPr lang="zh-TW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標題投影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99325" name="標題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1552835911" name="副標題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zh-TW"/>
              <a:t>按一下以編輯母片副標題樣式</a:t>
            </a:r>
            <a:endParaRPr lang="zh-TW"/>
          </a:p>
        </p:txBody>
      </p:sp>
      <p:sp>
        <p:nvSpPr>
          <p:cNvPr id="818983038" name="日期版面配置區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2135804214" name="頁尾版面配置區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800899566" name="投影片編號版面配置區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標題及物件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218930" name="標題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475133027" name="內容版面配置區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  <a:p>
            <a:pPr lvl="1">
              <a:defRPr/>
            </a:pPr>
            <a:r>
              <a:rPr lang="zh-TW"/>
              <a:t>第二層</a:t>
            </a:r>
            <a:endParaRPr/>
          </a:p>
          <a:p>
            <a:pPr lvl="2">
              <a:defRPr/>
            </a:pPr>
            <a:r>
              <a:rPr lang="zh-TW"/>
              <a:t>第三層</a:t>
            </a:r>
            <a:endParaRPr/>
          </a:p>
          <a:p>
            <a:pPr lvl="3">
              <a:defRPr/>
            </a:pPr>
            <a:r>
              <a:rPr lang="zh-TW"/>
              <a:t>第四層</a:t>
            </a:r>
            <a:endParaRPr/>
          </a:p>
          <a:p>
            <a:pPr lvl="4">
              <a:defRPr/>
            </a:pPr>
            <a:r>
              <a:rPr lang="zh-TW"/>
              <a:t>第五層</a:t>
            </a:r>
            <a:endParaRPr lang="zh-TW"/>
          </a:p>
        </p:txBody>
      </p:sp>
      <p:sp>
        <p:nvSpPr>
          <p:cNvPr id="1948537991" name="日期版面配置區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2063208889" name="頁尾版面配置區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1690977950" name="投影片編號版面配置區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章節標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634730" name="標題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2031193412" name="文字版面配置區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</p:txBody>
      </p:sp>
      <p:sp>
        <p:nvSpPr>
          <p:cNvPr id="467836774" name="日期版面配置區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2091562849" name="頁尾版面配置區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1032080226" name="投影片編號版面配置區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兩項物件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192816" name="標題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1199558183" name="內容版面配置區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  <a:p>
            <a:pPr lvl="1">
              <a:defRPr/>
            </a:pPr>
            <a:r>
              <a:rPr lang="zh-TW"/>
              <a:t>第二層</a:t>
            </a:r>
            <a:endParaRPr/>
          </a:p>
          <a:p>
            <a:pPr lvl="2">
              <a:defRPr/>
            </a:pPr>
            <a:r>
              <a:rPr lang="zh-TW"/>
              <a:t>第三層</a:t>
            </a:r>
            <a:endParaRPr/>
          </a:p>
          <a:p>
            <a:pPr lvl="3">
              <a:defRPr/>
            </a:pPr>
            <a:r>
              <a:rPr lang="zh-TW"/>
              <a:t>第四層</a:t>
            </a:r>
            <a:endParaRPr/>
          </a:p>
          <a:p>
            <a:pPr lvl="4">
              <a:defRPr/>
            </a:pPr>
            <a:r>
              <a:rPr lang="zh-TW"/>
              <a:t>第五層</a:t>
            </a:r>
            <a:endParaRPr lang="zh-TW"/>
          </a:p>
        </p:txBody>
      </p:sp>
      <p:sp>
        <p:nvSpPr>
          <p:cNvPr id="954982444" name="內容版面配置區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  <a:p>
            <a:pPr lvl="1">
              <a:defRPr/>
            </a:pPr>
            <a:r>
              <a:rPr lang="zh-TW"/>
              <a:t>第二層</a:t>
            </a:r>
            <a:endParaRPr/>
          </a:p>
          <a:p>
            <a:pPr lvl="2">
              <a:defRPr/>
            </a:pPr>
            <a:r>
              <a:rPr lang="zh-TW"/>
              <a:t>第三層</a:t>
            </a:r>
            <a:endParaRPr/>
          </a:p>
          <a:p>
            <a:pPr lvl="3">
              <a:defRPr/>
            </a:pPr>
            <a:r>
              <a:rPr lang="zh-TW"/>
              <a:t>第四層</a:t>
            </a:r>
            <a:endParaRPr/>
          </a:p>
          <a:p>
            <a:pPr lvl="4">
              <a:defRPr/>
            </a:pPr>
            <a:r>
              <a:rPr lang="zh-TW"/>
              <a:t>第五層</a:t>
            </a:r>
            <a:endParaRPr lang="zh-TW"/>
          </a:p>
        </p:txBody>
      </p:sp>
      <p:sp>
        <p:nvSpPr>
          <p:cNvPr id="1655386146" name="日期版面配置區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330520675" name="頁尾版面配置區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1834465254" name="投影片編號版面配置區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比對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99385" name="標題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1346394502" name="文字版面配置區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</p:txBody>
      </p:sp>
      <p:sp>
        <p:nvSpPr>
          <p:cNvPr id="1951199919" name="內容版面配置區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  <a:p>
            <a:pPr lvl="1">
              <a:defRPr/>
            </a:pPr>
            <a:r>
              <a:rPr lang="zh-TW"/>
              <a:t>第二層</a:t>
            </a:r>
            <a:endParaRPr/>
          </a:p>
          <a:p>
            <a:pPr lvl="2">
              <a:defRPr/>
            </a:pPr>
            <a:r>
              <a:rPr lang="zh-TW"/>
              <a:t>第三層</a:t>
            </a:r>
            <a:endParaRPr/>
          </a:p>
          <a:p>
            <a:pPr lvl="3">
              <a:defRPr/>
            </a:pPr>
            <a:r>
              <a:rPr lang="zh-TW"/>
              <a:t>第四層</a:t>
            </a:r>
            <a:endParaRPr/>
          </a:p>
          <a:p>
            <a:pPr lvl="4">
              <a:defRPr/>
            </a:pPr>
            <a:r>
              <a:rPr lang="zh-TW"/>
              <a:t>第五層</a:t>
            </a:r>
            <a:endParaRPr lang="zh-TW"/>
          </a:p>
        </p:txBody>
      </p:sp>
      <p:sp>
        <p:nvSpPr>
          <p:cNvPr id="2124653064" name="文字版面配置區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</p:txBody>
      </p:sp>
      <p:sp>
        <p:nvSpPr>
          <p:cNvPr id="2136044807" name="內容版面配置區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  <a:p>
            <a:pPr lvl="1">
              <a:defRPr/>
            </a:pPr>
            <a:r>
              <a:rPr lang="zh-TW"/>
              <a:t>第二層</a:t>
            </a:r>
            <a:endParaRPr/>
          </a:p>
          <a:p>
            <a:pPr lvl="2">
              <a:defRPr/>
            </a:pPr>
            <a:r>
              <a:rPr lang="zh-TW"/>
              <a:t>第三層</a:t>
            </a:r>
            <a:endParaRPr/>
          </a:p>
          <a:p>
            <a:pPr lvl="3">
              <a:defRPr/>
            </a:pPr>
            <a:r>
              <a:rPr lang="zh-TW"/>
              <a:t>第四層</a:t>
            </a:r>
            <a:endParaRPr/>
          </a:p>
          <a:p>
            <a:pPr lvl="4">
              <a:defRPr/>
            </a:pPr>
            <a:r>
              <a:rPr lang="zh-TW"/>
              <a:t>第五層</a:t>
            </a:r>
            <a:endParaRPr lang="zh-TW"/>
          </a:p>
        </p:txBody>
      </p:sp>
      <p:sp>
        <p:nvSpPr>
          <p:cNvPr id="1279684172" name="日期版面配置區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395859991" name="頁尾版面配置區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890787553" name="投影片編號版面配置區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只有標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9564590" name="標題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517292144" name="日期版面配置區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1615291250" name="頁尾版面配置區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334614729" name="投影片編號版面配置區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空白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551049" name="日期版面配置區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1685251006" name="頁尾版面配置區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2108913567" name="投影片編號版面配置區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含標題的內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890777" name="標題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1513337771" name="內容版面配置區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  <a:p>
            <a:pPr lvl="1">
              <a:defRPr/>
            </a:pPr>
            <a:r>
              <a:rPr lang="zh-TW"/>
              <a:t>第二層</a:t>
            </a:r>
            <a:endParaRPr/>
          </a:p>
          <a:p>
            <a:pPr lvl="2">
              <a:defRPr/>
            </a:pPr>
            <a:r>
              <a:rPr lang="zh-TW"/>
              <a:t>第三層</a:t>
            </a:r>
            <a:endParaRPr/>
          </a:p>
          <a:p>
            <a:pPr lvl="3">
              <a:defRPr/>
            </a:pPr>
            <a:r>
              <a:rPr lang="zh-TW"/>
              <a:t>第四層</a:t>
            </a:r>
            <a:endParaRPr/>
          </a:p>
          <a:p>
            <a:pPr lvl="4">
              <a:defRPr/>
            </a:pPr>
            <a:r>
              <a:rPr lang="zh-TW"/>
              <a:t>第五層</a:t>
            </a:r>
            <a:endParaRPr lang="zh-TW"/>
          </a:p>
        </p:txBody>
      </p:sp>
      <p:sp>
        <p:nvSpPr>
          <p:cNvPr id="1024365739" name="文字版面配置區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</p:txBody>
      </p:sp>
      <p:sp>
        <p:nvSpPr>
          <p:cNvPr id="884377328" name="日期版面配置區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1755797107" name="頁尾版面配置區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433870671" name="投影片編號版面配置區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含標題的圖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026840" name="標題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913868702" name="圖片版面配置區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zh-TW"/>
              <a:t>點擊圖標添加圖片</a:t>
            </a:r>
            <a:endParaRPr lang="zh-TW"/>
          </a:p>
        </p:txBody>
      </p:sp>
      <p:sp>
        <p:nvSpPr>
          <p:cNvPr id="797575748" name="文字版面配置區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</p:txBody>
      </p:sp>
      <p:sp>
        <p:nvSpPr>
          <p:cNvPr id="692157188" name="日期版面配置區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1397284697" name="頁尾版面配置區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866567141" name="投影片編號版面配置區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標題及直排文字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9009053" name="標題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1444000641" name="直排文字版面配置區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  <a:p>
            <a:pPr lvl="1">
              <a:defRPr/>
            </a:pPr>
            <a:r>
              <a:rPr lang="zh-TW"/>
              <a:t>第二層</a:t>
            </a:r>
            <a:endParaRPr/>
          </a:p>
          <a:p>
            <a:pPr lvl="2">
              <a:defRPr/>
            </a:pPr>
            <a:r>
              <a:rPr lang="zh-TW"/>
              <a:t>第三層</a:t>
            </a:r>
            <a:endParaRPr/>
          </a:p>
          <a:p>
            <a:pPr lvl="3">
              <a:defRPr/>
            </a:pPr>
            <a:r>
              <a:rPr lang="zh-TW"/>
              <a:t>第四層</a:t>
            </a:r>
            <a:endParaRPr/>
          </a:p>
          <a:p>
            <a:pPr lvl="4">
              <a:defRPr/>
            </a:pPr>
            <a:r>
              <a:rPr lang="zh-TW"/>
              <a:t>第五層</a:t>
            </a:r>
            <a:endParaRPr lang="zh-TW"/>
          </a:p>
        </p:txBody>
      </p:sp>
      <p:sp>
        <p:nvSpPr>
          <p:cNvPr id="1714191902" name="日期版面配置區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1439208921" name="頁尾版面配置區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31333236" name="投影片編號版面配置區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直排標題及文字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1140" name="直排標題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2082933988" name="直排文字版面配置區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  <a:p>
            <a:pPr lvl="1">
              <a:defRPr/>
            </a:pPr>
            <a:r>
              <a:rPr lang="zh-TW"/>
              <a:t>第二層</a:t>
            </a:r>
            <a:endParaRPr/>
          </a:p>
          <a:p>
            <a:pPr lvl="2">
              <a:defRPr/>
            </a:pPr>
            <a:r>
              <a:rPr lang="zh-TW"/>
              <a:t>第三層</a:t>
            </a:r>
            <a:endParaRPr/>
          </a:p>
          <a:p>
            <a:pPr lvl="3">
              <a:defRPr/>
            </a:pPr>
            <a:r>
              <a:rPr lang="zh-TW"/>
              <a:t>第四層</a:t>
            </a:r>
            <a:endParaRPr/>
          </a:p>
          <a:p>
            <a:pPr lvl="4">
              <a:defRPr/>
            </a:pPr>
            <a:r>
              <a:rPr lang="zh-TW"/>
              <a:t>第五層</a:t>
            </a:r>
            <a:endParaRPr lang="zh-TW"/>
          </a:p>
        </p:txBody>
      </p:sp>
      <p:sp>
        <p:nvSpPr>
          <p:cNvPr id="1616118107" name="日期版面配置區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839064081" name="頁尾版面配置區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TW"/>
          </a:p>
        </p:txBody>
      </p:sp>
      <p:sp>
        <p:nvSpPr>
          <p:cNvPr id="403258572" name="投影片編號版面配置區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30486" name="標題版面配置區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zh-TW"/>
              <a:t>按一下以編輯母片標題樣式</a:t>
            </a:r>
            <a:endParaRPr lang="zh-TW"/>
          </a:p>
        </p:txBody>
      </p:sp>
      <p:sp>
        <p:nvSpPr>
          <p:cNvPr id="281861644" name="文字版面配置區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zh-TW"/>
              <a:t>按一下以編輯母片文字樣式</a:t>
            </a:r>
            <a:endParaRPr/>
          </a:p>
          <a:p>
            <a:pPr lvl="1">
              <a:defRPr/>
            </a:pPr>
            <a:r>
              <a:rPr lang="zh-TW"/>
              <a:t>第二層</a:t>
            </a:r>
            <a:endParaRPr/>
          </a:p>
          <a:p>
            <a:pPr lvl="2">
              <a:defRPr/>
            </a:pPr>
            <a:r>
              <a:rPr lang="zh-TW"/>
              <a:t>第三層</a:t>
            </a:r>
            <a:endParaRPr/>
          </a:p>
          <a:p>
            <a:pPr lvl="3">
              <a:defRPr/>
            </a:pPr>
            <a:r>
              <a:rPr lang="zh-TW"/>
              <a:t>第四層</a:t>
            </a:r>
            <a:endParaRPr/>
          </a:p>
          <a:p>
            <a:pPr lvl="4">
              <a:defRPr/>
            </a:pPr>
            <a:r>
              <a:rPr lang="zh-TW"/>
              <a:t>第五層</a:t>
            </a:r>
            <a:endParaRPr lang="zh-TW"/>
          </a:p>
        </p:txBody>
      </p:sp>
      <p:sp>
        <p:nvSpPr>
          <p:cNvPr id="1612083261" name="日期版面配置區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zh-TW"/>
              <a:t>30.10.2013</a:t>
            </a:fld>
            <a:endParaRPr lang="zh-TW"/>
          </a:p>
        </p:txBody>
      </p:sp>
      <p:sp>
        <p:nvSpPr>
          <p:cNvPr id="322551735" name="頁尾版面配置區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TW"/>
          </a:p>
        </p:txBody>
      </p:sp>
      <p:sp>
        <p:nvSpPr>
          <p:cNvPr id="1962389294" name="投影片編號版面配置區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zh-TW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236074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67230" y="1639135"/>
            <a:ext cx="10725149" cy="3105149"/>
          </a:xfrm>
          <a:prstGeom prst="rect">
            <a:avLst/>
          </a:prstGeom>
        </p:spPr>
      </p:pic>
      <p:sp>
        <p:nvSpPr>
          <p:cNvPr id="1320339230" name=""/>
          <p:cNvSpPr/>
          <p:nvPr/>
        </p:nvSpPr>
        <p:spPr bwMode="auto">
          <a:xfrm rot="0" flipH="0" flipV="0">
            <a:off x="3639941" y="1639135"/>
            <a:ext cx="519978" cy="3249716"/>
          </a:xfrm>
          <a:custGeom>
            <a:avLst/>
            <a:gdLst/>
            <a:ahLst/>
            <a:cxnLst/>
            <a:rect l="0" t="0" r="r" b="b"/>
            <a:pathLst>
              <a:path w="43200" h="43200" fill="none" stroke="1" extrusionOk="0">
                <a:moveTo>
                  <a:pt x="16282" y="0"/>
                </a:moveTo>
                <a:cubicBezTo>
                  <a:pt x="-46192" y="14606"/>
                  <a:pt x="96802" y="27971"/>
                  <a:pt x="19752" y="43200"/>
                </a:cubicBezTo>
              </a:path>
            </a:pathLst>
          </a:custGeom>
          <a:ln w="2540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77271237" name=""/>
          <p:cNvSpPr/>
          <p:nvPr/>
        </p:nvSpPr>
        <p:spPr bwMode="auto">
          <a:xfrm rot="0" flipH="0" flipV="0">
            <a:off x="3494150" y="1639135"/>
            <a:ext cx="519978" cy="3249716"/>
          </a:xfrm>
          <a:custGeom>
            <a:avLst/>
            <a:gdLst/>
            <a:ahLst/>
            <a:cxnLst/>
            <a:rect l="0" t="0" r="r" b="b"/>
            <a:pathLst>
              <a:path w="43200" h="43200" fill="none" stroke="1" extrusionOk="0">
                <a:moveTo>
                  <a:pt x="16282" y="0"/>
                </a:moveTo>
                <a:cubicBezTo>
                  <a:pt x="-46192" y="14606"/>
                  <a:pt x="96802" y="27971"/>
                  <a:pt x="19752" y="43200"/>
                </a:cubicBezTo>
              </a:path>
            </a:pathLst>
          </a:custGeom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35549638" name=""/>
          <p:cNvSpPr/>
          <p:nvPr/>
        </p:nvSpPr>
        <p:spPr bwMode="auto">
          <a:xfrm rot="0" flipH="0" flipV="0">
            <a:off x="7692926" y="1639135"/>
            <a:ext cx="519978" cy="3249716"/>
          </a:xfrm>
          <a:custGeom>
            <a:avLst/>
            <a:gdLst/>
            <a:ahLst/>
            <a:cxnLst/>
            <a:rect l="0" t="0" r="r" b="b"/>
            <a:pathLst>
              <a:path w="43200" h="43200" fill="none" stroke="1" extrusionOk="0">
                <a:moveTo>
                  <a:pt x="16282" y="0"/>
                </a:moveTo>
                <a:cubicBezTo>
                  <a:pt x="-46192" y="14606"/>
                  <a:pt x="96802" y="27971"/>
                  <a:pt x="19752" y="43200"/>
                </a:cubicBezTo>
              </a:path>
            </a:pathLst>
          </a:custGeom>
          <a:ln w="2540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462743" name=""/>
          <p:cNvSpPr/>
          <p:nvPr/>
        </p:nvSpPr>
        <p:spPr bwMode="auto">
          <a:xfrm rot="0" flipH="0" flipV="0">
            <a:off x="7838717" y="1639135"/>
            <a:ext cx="519978" cy="3249716"/>
          </a:xfrm>
          <a:custGeom>
            <a:avLst/>
            <a:gdLst/>
            <a:ahLst/>
            <a:cxnLst/>
            <a:rect l="0" t="0" r="r" b="b"/>
            <a:pathLst>
              <a:path w="43200" h="43200" fill="none" stroke="1" extrusionOk="0">
                <a:moveTo>
                  <a:pt x="16282" y="0"/>
                </a:moveTo>
                <a:cubicBezTo>
                  <a:pt x="-46192" y="14606"/>
                  <a:pt x="96802" y="27971"/>
                  <a:pt x="19752" y="43200"/>
                </a:cubicBezTo>
              </a:path>
            </a:pathLst>
          </a:custGeom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45630252" name=""/>
          <p:cNvSpPr/>
          <p:nvPr/>
        </p:nvSpPr>
        <p:spPr bwMode="auto">
          <a:xfrm rot="0" flipH="0" flipV="0">
            <a:off x="9726953" y="2762249"/>
            <a:ext cx="412749" cy="419099"/>
          </a:xfrm>
          <a:prstGeom prst="flowChartAlternateProcess">
            <a:avLst/>
          </a:prstGeom>
          <a:noFill/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8471127" name=""/>
          <p:cNvSpPr/>
          <p:nvPr/>
        </p:nvSpPr>
        <p:spPr bwMode="auto">
          <a:xfrm rot="0" flipH="0" flipV="0">
            <a:off x="9231653" y="3219449"/>
            <a:ext cx="412749" cy="419099"/>
          </a:xfrm>
          <a:prstGeom prst="flowChartAlternateProcess">
            <a:avLst/>
          </a:prstGeom>
          <a:noFill/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0126210" name=""/>
          <p:cNvSpPr/>
          <p:nvPr/>
        </p:nvSpPr>
        <p:spPr bwMode="auto">
          <a:xfrm rot="0" flipH="0" flipV="0">
            <a:off x="10209553" y="3219449"/>
            <a:ext cx="412749" cy="419099"/>
          </a:xfrm>
          <a:prstGeom prst="flowChartAlternateProcess">
            <a:avLst/>
          </a:prstGeom>
          <a:noFill/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97715499" name=""/>
          <p:cNvSpPr txBox="1"/>
          <p:nvPr/>
        </p:nvSpPr>
        <p:spPr bwMode="auto">
          <a:xfrm rot="0" flipH="0" flipV="0">
            <a:off x="9663729" y="1238249"/>
            <a:ext cx="53919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GenKiGothic2 TC M"/>
                <a:ea typeface="GenKiGothic2 TC M"/>
                <a:cs typeface="GenKiGothic2 TC M"/>
              </a:rPr>
              <a:t>向前</a:t>
            </a:r>
            <a:endParaRPr sz="1400">
              <a:latin typeface="GenKiGothic2 TC M"/>
              <a:cs typeface="GenKiGothic2 TC M"/>
            </a:endParaRPr>
          </a:p>
        </p:txBody>
      </p:sp>
      <p:sp>
        <p:nvSpPr>
          <p:cNvPr id="545822349" name=""/>
          <p:cNvSpPr txBox="1"/>
          <p:nvPr/>
        </p:nvSpPr>
        <p:spPr bwMode="auto">
          <a:xfrm rot="0" flipH="0" flipV="0">
            <a:off x="9168429" y="4888851"/>
            <a:ext cx="53919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GenKiGothic2 TC M"/>
                <a:ea typeface="GenKiGothic2 TC M"/>
                <a:cs typeface="GenKiGothic2 TC M"/>
              </a:rPr>
              <a:t>向左</a:t>
            </a:r>
            <a:endParaRPr sz="1400">
              <a:latin typeface="GenKiGothic2 TC M"/>
              <a:cs typeface="GenKiGothic2 TC M"/>
            </a:endParaRPr>
          </a:p>
        </p:txBody>
      </p:sp>
      <p:sp>
        <p:nvSpPr>
          <p:cNvPr id="469264351" name=""/>
          <p:cNvSpPr txBox="1"/>
          <p:nvPr/>
        </p:nvSpPr>
        <p:spPr bwMode="auto">
          <a:xfrm rot="0" flipH="0" flipV="0">
            <a:off x="10146329" y="4888851"/>
            <a:ext cx="53919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GenKiGothic2 TC M"/>
                <a:ea typeface="GenKiGothic2 TC M"/>
                <a:cs typeface="GenKiGothic2 TC M"/>
              </a:rPr>
              <a:t>向右</a:t>
            </a:r>
            <a:endParaRPr sz="1400">
              <a:latin typeface="GenKiGothic2 TC M"/>
              <a:cs typeface="GenKiGothic2 TC M"/>
            </a:endParaRPr>
          </a:p>
        </p:txBody>
      </p:sp>
      <p:cxnSp>
        <p:nvCxnSpPr>
          <p:cNvPr id="590056152" name=""/>
          <p:cNvCxnSpPr/>
          <p:nvPr/>
        </p:nvCxnSpPr>
        <p:spPr bwMode="auto">
          <a:xfrm rot="16199969" flipH="0" flipV="0">
            <a:off x="9324000" y="2152800"/>
            <a:ext cx="1218839" cy="0"/>
          </a:xfrm>
          <a:prstGeom prst="line">
            <a:avLst/>
          </a:prstGeom>
          <a:ln w="38099" cap="flat" cmpd="sng" algn="ctr">
            <a:solidFill>
              <a:srgbClr val="FF0000"/>
            </a:solidFill>
            <a:prstDash val="solid"/>
            <a:miter lim="800000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4002777" name=""/>
          <p:cNvCxnSpPr>
            <a:stCxn id="1908471127" idx="2"/>
            <a:endCxn id="545822349" idx="0"/>
          </p:cNvCxnSpPr>
          <p:nvPr/>
        </p:nvCxnSpPr>
        <p:spPr bwMode="auto">
          <a:xfrm rot="5399978" flipH="0" flipV="0">
            <a:off x="8812877" y="4263700"/>
            <a:ext cx="1250301" cy="0"/>
          </a:xfrm>
          <a:prstGeom prst="line">
            <a:avLst/>
          </a:prstGeom>
          <a:ln w="38099" cap="flat" cmpd="sng" algn="ctr">
            <a:solidFill>
              <a:srgbClr val="FF0000"/>
            </a:solidFill>
            <a:prstDash val="solid"/>
            <a:miter lim="800000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2588146" name=""/>
          <p:cNvCxnSpPr>
            <a:stCxn id="920126210" idx="2"/>
            <a:endCxn id="469264351" idx="0"/>
          </p:cNvCxnSpPr>
          <p:nvPr/>
        </p:nvCxnSpPr>
        <p:spPr bwMode="auto">
          <a:xfrm rot="5399978" flipH="0" flipV="0">
            <a:off x="9790777" y="4263700"/>
            <a:ext cx="1250301" cy="0"/>
          </a:xfrm>
          <a:prstGeom prst="line">
            <a:avLst/>
          </a:prstGeom>
          <a:ln w="38099" cap="flat" cmpd="sng" algn="ctr">
            <a:solidFill>
              <a:srgbClr val="FF0000"/>
            </a:solidFill>
            <a:prstDash val="solid"/>
            <a:miter lim="800000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1210310" name=""/>
          <p:cNvSpPr/>
          <p:nvPr/>
        </p:nvSpPr>
        <p:spPr bwMode="auto">
          <a:xfrm rot="0" flipH="0" flipV="0">
            <a:off x="1591015" y="3219449"/>
            <a:ext cx="412749" cy="419099"/>
          </a:xfrm>
          <a:prstGeom prst="flowChartAlternateProcess">
            <a:avLst/>
          </a:prstGeom>
          <a:noFill/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138245457" name=""/>
          <p:cNvCxnSpPr>
            <a:stCxn id="961210310" idx="0"/>
            <a:endCxn id="883437392" idx="2"/>
          </p:cNvCxnSpPr>
          <p:nvPr/>
        </p:nvCxnSpPr>
        <p:spPr bwMode="auto">
          <a:xfrm rot="16199969" flipH="0" flipV="0">
            <a:off x="959370" y="2381429"/>
            <a:ext cx="1676039" cy="0"/>
          </a:xfrm>
          <a:prstGeom prst="line">
            <a:avLst/>
          </a:prstGeom>
          <a:ln w="38099" cap="flat" cmpd="sng" algn="ctr">
            <a:solidFill>
              <a:srgbClr val="FF0000"/>
            </a:solidFill>
            <a:prstDash val="solid"/>
            <a:miter lim="800000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3437392" name=""/>
          <p:cNvSpPr txBox="1"/>
          <p:nvPr/>
        </p:nvSpPr>
        <p:spPr bwMode="auto">
          <a:xfrm rot="0" flipH="0" flipV="0">
            <a:off x="1527792" y="1238249"/>
            <a:ext cx="53919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GenKiGothic2 TC M"/>
                <a:ea typeface="GenKiGothic2 TC M"/>
                <a:cs typeface="GenKiGothic2 TC M"/>
              </a:rPr>
              <a:t>抬頭</a:t>
            </a:r>
            <a:endParaRPr sz="1400">
              <a:latin typeface="GenKiGothic2 TC M"/>
              <a:cs typeface="GenKiGothic2 TC M"/>
            </a:endParaRPr>
          </a:p>
        </p:txBody>
      </p:sp>
      <p:sp>
        <p:nvSpPr>
          <p:cNvPr id="905864838" name=""/>
          <p:cNvSpPr/>
          <p:nvPr/>
        </p:nvSpPr>
        <p:spPr bwMode="auto">
          <a:xfrm rot="0" flipH="0" flipV="0">
            <a:off x="1837078" y="3687762"/>
            <a:ext cx="412749" cy="419099"/>
          </a:xfrm>
          <a:prstGeom prst="flowChartAlternateProcess">
            <a:avLst/>
          </a:prstGeom>
          <a:noFill/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691115006" name=""/>
          <p:cNvCxnSpPr>
            <a:stCxn id="905864838" idx="2"/>
            <a:endCxn id="1434873476" idx="0"/>
          </p:cNvCxnSpPr>
          <p:nvPr/>
        </p:nvCxnSpPr>
        <p:spPr bwMode="auto">
          <a:xfrm rot="5399978" flipH="0" flipV="0">
            <a:off x="1652458" y="4497856"/>
            <a:ext cx="781989" cy="0"/>
          </a:xfrm>
          <a:prstGeom prst="line">
            <a:avLst/>
          </a:prstGeom>
          <a:ln w="38099" cap="flat" cmpd="sng" algn="ctr">
            <a:solidFill>
              <a:srgbClr val="FF0000"/>
            </a:solidFill>
            <a:prstDash val="solid"/>
            <a:miter lim="800000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4873476" name=""/>
          <p:cNvSpPr txBox="1"/>
          <p:nvPr/>
        </p:nvSpPr>
        <p:spPr bwMode="auto">
          <a:xfrm rot="0" flipH="0" flipV="0">
            <a:off x="1773854" y="4888851"/>
            <a:ext cx="53919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GenKiGothic2 TC M"/>
                <a:ea typeface="GenKiGothic2 TC M"/>
                <a:cs typeface="GenKiGothic2 TC M"/>
              </a:rPr>
              <a:t>低頭</a:t>
            </a:r>
            <a:endParaRPr sz="1400">
              <a:latin typeface="GenKiGothic2 TC M"/>
              <a:cs typeface="GenKiGothic2 TC M"/>
            </a:endParaRPr>
          </a:p>
        </p:txBody>
      </p:sp>
      <p:sp>
        <p:nvSpPr>
          <p:cNvPr id="504629082" name=""/>
          <p:cNvSpPr/>
          <p:nvPr/>
        </p:nvSpPr>
        <p:spPr bwMode="auto">
          <a:xfrm rot="0" flipH="0" flipV="0">
            <a:off x="2551453" y="3219449"/>
            <a:ext cx="412749" cy="419099"/>
          </a:xfrm>
          <a:prstGeom prst="flowChartAlternateProcess">
            <a:avLst/>
          </a:prstGeom>
          <a:noFill/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502770817" name=""/>
          <p:cNvCxnSpPr/>
          <p:nvPr/>
        </p:nvCxnSpPr>
        <p:spPr bwMode="auto">
          <a:xfrm rot="16199969" flipH="0" flipV="0">
            <a:off x="1919808" y="2381429"/>
            <a:ext cx="1676039" cy="0"/>
          </a:xfrm>
          <a:prstGeom prst="line">
            <a:avLst/>
          </a:prstGeom>
          <a:ln w="38099" cap="flat" cmpd="sng" algn="ctr">
            <a:solidFill>
              <a:srgbClr val="FF0000"/>
            </a:solidFill>
            <a:prstDash val="solid"/>
            <a:miter lim="800000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4191666" name=""/>
          <p:cNvSpPr txBox="1"/>
          <p:nvPr/>
        </p:nvSpPr>
        <p:spPr bwMode="auto">
          <a:xfrm rot="0" flipH="0" flipV="0">
            <a:off x="2488229" y="1238249"/>
            <a:ext cx="53919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GenKiGothic2 TC M"/>
                <a:ea typeface="GenKiGothic2 TC M"/>
                <a:cs typeface="GenKiGothic2 TC M"/>
              </a:rPr>
              <a:t>上升</a:t>
            </a:r>
            <a:endParaRPr sz="1400">
              <a:latin typeface="GenKiGothic2 TC M"/>
              <a:cs typeface="GenKiGothic2 TC M"/>
            </a:endParaRPr>
          </a:p>
        </p:txBody>
      </p:sp>
      <p:sp>
        <p:nvSpPr>
          <p:cNvPr id="1769101484" name=""/>
          <p:cNvSpPr/>
          <p:nvPr/>
        </p:nvSpPr>
        <p:spPr bwMode="auto">
          <a:xfrm rot="0" flipH="0" flipV="0">
            <a:off x="2797515" y="3687762"/>
            <a:ext cx="412749" cy="419099"/>
          </a:xfrm>
          <a:prstGeom prst="flowChartAlternateProcess">
            <a:avLst/>
          </a:prstGeom>
          <a:noFill/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230926851" name=""/>
          <p:cNvCxnSpPr/>
          <p:nvPr/>
        </p:nvCxnSpPr>
        <p:spPr bwMode="auto">
          <a:xfrm rot="5399978" flipH="0" flipV="0">
            <a:off x="2612895" y="4497856"/>
            <a:ext cx="781989" cy="0"/>
          </a:xfrm>
          <a:prstGeom prst="line">
            <a:avLst/>
          </a:prstGeom>
          <a:ln w="38099" cap="flat" cmpd="sng" algn="ctr">
            <a:solidFill>
              <a:srgbClr val="FF0000"/>
            </a:solidFill>
            <a:prstDash val="solid"/>
            <a:miter lim="800000"/>
            <a:tailEnd type="triangle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2767365" name=""/>
          <p:cNvSpPr txBox="1"/>
          <p:nvPr/>
        </p:nvSpPr>
        <p:spPr bwMode="auto">
          <a:xfrm rot="0" flipH="0" flipV="0">
            <a:off x="2734292" y="4888851"/>
            <a:ext cx="53919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GenKiGothic2 TC M"/>
                <a:ea typeface="GenKiGothic2 TC M"/>
                <a:cs typeface="GenKiGothic2 TC M"/>
              </a:rPr>
              <a:t>下降</a:t>
            </a:r>
            <a:endParaRPr sz="1400">
              <a:latin typeface="GenKiGothic2 TC M"/>
              <a:cs typeface="GenKiGothic2 TC 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2025-10-20T11:55:05Z</dcterms:modified>
</cp:coreProperties>
</file>