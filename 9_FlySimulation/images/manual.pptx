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zh-TW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672474" name="標題佔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1295217460" name="日期佔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zh-TW"/>
              <a:t>10/30/2013</a:t>
            </a:fld>
            <a:endParaRPr lang="zh-TW"/>
          </a:p>
        </p:txBody>
      </p:sp>
      <p:sp>
        <p:nvSpPr>
          <p:cNvPr id="1906794991" name="幻燈片圖像佔位符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TW"/>
          </a:p>
        </p:txBody>
      </p:sp>
      <p:sp>
        <p:nvSpPr>
          <p:cNvPr id="1011862483" name="備註 佔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TW"/>
              <a:t>單擊以編輯主文本樣式</a:t>
            </a:r>
            <a:endParaRPr/>
          </a:p>
          <a:p>
            <a:pPr lvl="1">
              <a:defRPr/>
            </a:pPr>
            <a:r>
              <a:rPr lang="zh-TW"/>
              <a:t>第二級</a:t>
            </a:r>
            <a:endParaRPr/>
          </a:p>
          <a:p>
            <a:pPr lvl="2">
              <a:defRPr/>
            </a:pPr>
            <a:r>
              <a:rPr lang="zh-TW"/>
              <a:t>三級</a:t>
            </a:r>
            <a:endParaRPr/>
          </a:p>
          <a:p>
            <a:pPr lvl="3">
              <a:defRPr/>
            </a:pPr>
            <a:r>
              <a:rPr lang="zh-TW"/>
              <a:t>第四級</a:t>
            </a:r>
            <a:endParaRPr/>
          </a:p>
          <a:p>
            <a:pPr lvl="4">
              <a:defRPr/>
            </a:pPr>
            <a:r>
              <a:rPr lang="zh-TW"/>
              <a:t>第五級</a:t>
            </a:r>
            <a:endParaRPr lang="zh-TW"/>
          </a:p>
        </p:txBody>
      </p:sp>
      <p:sp>
        <p:nvSpPr>
          <p:cNvPr id="970934087" name="頁腳佔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874119481" name="幻燈片編號佔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TW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40398" name="幻燈片圖像佔位符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73269157" name="備註 佔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TW">
              <a:latin typeface="Arial"/>
              <a:cs typeface="Arial"/>
            </a:endParaRPr>
          </a:p>
        </p:txBody>
      </p:sp>
      <p:sp>
        <p:nvSpPr>
          <p:cNvPr id="1533868688" name="幻燈片編號佔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zh-TW"/>
              <a:t>1</a:t>
            </a:fld>
            <a:endParaRPr 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513284" name="幻燈片圖像佔位符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5056269" name="備註 佔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TW">
              <a:latin typeface="Arial"/>
              <a:cs typeface="Arial"/>
            </a:endParaRPr>
          </a:p>
        </p:txBody>
      </p:sp>
      <p:sp>
        <p:nvSpPr>
          <p:cNvPr id="2103990503" name="幻燈片編號佔位符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72D718-A77C-2A67-8C52-D6FC66433453}" type="slidenum">
              <a:rPr lang="zh-TW"/>
              <a:t/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標題投影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43568" name="標題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331785065" name="副標題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TW"/>
              <a:t>按一下以編輯母片副標題樣式</a:t>
            </a:r>
            <a:endParaRPr lang="zh-TW"/>
          </a:p>
        </p:txBody>
      </p:sp>
      <p:sp>
        <p:nvSpPr>
          <p:cNvPr id="1872253452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427244681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562031198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標題及物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135791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645627406" name="內容版面配置區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68871493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774464432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700798861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章節標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056283" name="標題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229416752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2133001039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102404691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51240440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兩項物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19565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517133060" name="內容版面配置區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457770850" name="內容版面配置區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666359605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159999559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970041326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比對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303668" name="標題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205529870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1725342154" name="內容版面配置區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296761419" name="文字版面配置區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1706346017" name="內容版面配置區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190652654" name="日期版面配置區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823767109" name="頁尾版面配置區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199049013" name="投影片編號版面配置區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只有標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950097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637103881" name="日期版面配置區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844406560" name="頁尾版面配置區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848623129" name="投影片編號版面配置區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852017" name="日期版面配置區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290539222" name="頁尾版面配置區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2014095860" name="投影片編號版面配置區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含標題的內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960151" name="標題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734870595" name="內容版面配置區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459122138" name="文字版面配置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1916925018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948239861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565294193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含標題的圖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2083432" name="標題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681417805" name="圖片版面配置區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TW"/>
              <a:t>點擊圖標添加圖片</a:t>
            </a:r>
            <a:endParaRPr lang="zh-TW"/>
          </a:p>
        </p:txBody>
      </p:sp>
      <p:sp>
        <p:nvSpPr>
          <p:cNvPr id="2092316599" name="文字版面配置區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</p:txBody>
      </p:sp>
      <p:sp>
        <p:nvSpPr>
          <p:cNvPr id="942189952" name="日期版面配置區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750829898" name="頁尾版面配置區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192933397" name="投影片編號版面配置區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標題及直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555422" name="標題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685648795" name="直排文字版面配置區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688950271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461190665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685492397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直排標題及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979907" name="直排標題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600489865" name="直排文字版面配置區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735191031" name="日期版面配置區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1128598242" name="頁尾版面配置區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TW"/>
          </a:p>
        </p:txBody>
      </p:sp>
      <p:sp>
        <p:nvSpPr>
          <p:cNvPr id="217108380" name="投影片編號版面配置區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93543" name="標題版面配置區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TW"/>
              <a:t>按一下以編輯母片標題樣式</a:t>
            </a:r>
            <a:endParaRPr lang="zh-TW"/>
          </a:p>
        </p:txBody>
      </p:sp>
      <p:sp>
        <p:nvSpPr>
          <p:cNvPr id="1796909773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TW"/>
              <a:t>按一下以編輯母片文字樣式</a:t>
            </a:r>
            <a:endParaRPr/>
          </a:p>
          <a:p>
            <a:pPr lvl="1">
              <a:defRPr/>
            </a:pPr>
            <a:r>
              <a:rPr lang="zh-TW"/>
              <a:t>第二層</a:t>
            </a:r>
            <a:endParaRPr/>
          </a:p>
          <a:p>
            <a:pPr lvl="2">
              <a:defRPr/>
            </a:pPr>
            <a:r>
              <a:rPr lang="zh-TW"/>
              <a:t>第三層</a:t>
            </a:r>
            <a:endParaRPr/>
          </a:p>
          <a:p>
            <a:pPr lvl="3">
              <a:defRPr/>
            </a:pPr>
            <a:r>
              <a:rPr lang="zh-TW"/>
              <a:t>第四層</a:t>
            </a:r>
            <a:endParaRPr/>
          </a:p>
          <a:p>
            <a:pPr lvl="4">
              <a:defRPr/>
            </a:pPr>
            <a:r>
              <a:rPr lang="zh-TW"/>
              <a:t>第五層</a:t>
            </a:r>
            <a:endParaRPr lang="zh-TW"/>
          </a:p>
        </p:txBody>
      </p:sp>
      <p:sp>
        <p:nvSpPr>
          <p:cNvPr id="1386753934" name="日期版面配置區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zh-TW"/>
              <a:t>30.10.2013</a:t>
            </a:fld>
            <a:endParaRPr lang="zh-TW"/>
          </a:p>
        </p:txBody>
      </p:sp>
      <p:sp>
        <p:nvSpPr>
          <p:cNvPr id="2027310648" name="頁尾版面配置區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/>
          </a:p>
        </p:txBody>
      </p:sp>
      <p:sp>
        <p:nvSpPr>
          <p:cNvPr id="391975703" name="投影片編號版面配置區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zh-TW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10750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7230" y="1639135"/>
            <a:ext cx="10725149" cy="3105149"/>
          </a:xfrm>
          <a:prstGeom prst="rect">
            <a:avLst/>
          </a:prstGeom>
        </p:spPr>
      </p:pic>
      <p:sp>
        <p:nvSpPr>
          <p:cNvPr id="178716259" name=""/>
          <p:cNvSpPr/>
          <p:nvPr/>
        </p:nvSpPr>
        <p:spPr bwMode="auto">
          <a:xfrm rot="0" flipH="0" flipV="0">
            <a:off x="3639941" y="1639135"/>
            <a:ext cx="519978" cy="3249716"/>
          </a:xfrm>
          <a:custGeom>
            <a:avLst/>
            <a:gdLst/>
            <a:ahLst/>
            <a:cxnLst/>
            <a:rect l="0" t="0" r="r" b="b"/>
            <a:pathLst>
              <a:path w="43200" h="43200" fill="none" stroke="1" extrusionOk="0">
                <a:moveTo>
                  <a:pt x="16282" y="0"/>
                </a:moveTo>
                <a:cubicBezTo>
                  <a:pt x="-46192" y="14606"/>
                  <a:pt x="96802" y="27971"/>
                  <a:pt x="19752" y="43200"/>
                </a:cubicBezTo>
              </a:path>
            </a:pathLst>
          </a:custGeom>
          <a:ln w="2540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7351111" name=""/>
          <p:cNvSpPr/>
          <p:nvPr/>
        </p:nvSpPr>
        <p:spPr bwMode="auto">
          <a:xfrm rot="0" flipH="0" flipV="0">
            <a:off x="3494150" y="1639135"/>
            <a:ext cx="519978" cy="3249716"/>
          </a:xfrm>
          <a:custGeom>
            <a:avLst/>
            <a:gdLst/>
            <a:ahLst/>
            <a:cxnLst/>
            <a:rect l="0" t="0" r="r" b="b"/>
            <a:pathLst>
              <a:path w="43200" h="43200" fill="none" stroke="1" extrusionOk="0">
                <a:moveTo>
                  <a:pt x="16282" y="0"/>
                </a:moveTo>
                <a:cubicBezTo>
                  <a:pt x="-46192" y="14606"/>
                  <a:pt x="96802" y="27971"/>
                  <a:pt x="19752" y="43200"/>
                </a:cubicBezTo>
              </a:path>
            </a:pathLst>
          </a:cu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19172035" name=""/>
          <p:cNvSpPr/>
          <p:nvPr/>
        </p:nvSpPr>
        <p:spPr bwMode="auto">
          <a:xfrm rot="0" flipH="0" flipV="0">
            <a:off x="7692926" y="1639135"/>
            <a:ext cx="519978" cy="3249716"/>
          </a:xfrm>
          <a:custGeom>
            <a:avLst/>
            <a:gdLst/>
            <a:ahLst/>
            <a:cxnLst/>
            <a:rect l="0" t="0" r="r" b="b"/>
            <a:pathLst>
              <a:path w="43200" h="43200" fill="none" stroke="1" extrusionOk="0">
                <a:moveTo>
                  <a:pt x="16282" y="0"/>
                </a:moveTo>
                <a:cubicBezTo>
                  <a:pt x="-46192" y="14606"/>
                  <a:pt x="96802" y="27971"/>
                  <a:pt x="19752" y="43200"/>
                </a:cubicBezTo>
              </a:path>
            </a:pathLst>
          </a:custGeom>
          <a:ln w="2540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8170287" name=""/>
          <p:cNvSpPr/>
          <p:nvPr/>
        </p:nvSpPr>
        <p:spPr bwMode="auto">
          <a:xfrm rot="0" flipH="0" flipV="0">
            <a:off x="7838717" y="1639135"/>
            <a:ext cx="519978" cy="3249716"/>
          </a:xfrm>
          <a:custGeom>
            <a:avLst/>
            <a:gdLst/>
            <a:ahLst/>
            <a:cxnLst/>
            <a:rect l="0" t="0" r="r" b="b"/>
            <a:pathLst>
              <a:path w="43200" h="43200" fill="none" stroke="1" extrusionOk="0">
                <a:moveTo>
                  <a:pt x="16282" y="0"/>
                </a:moveTo>
                <a:cubicBezTo>
                  <a:pt x="-46192" y="14606"/>
                  <a:pt x="96802" y="27971"/>
                  <a:pt x="19752" y="43200"/>
                </a:cubicBezTo>
              </a:path>
            </a:pathLst>
          </a:cu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7539234" name=""/>
          <p:cNvSpPr/>
          <p:nvPr/>
        </p:nvSpPr>
        <p:spPr bwMode="auto">
          <a:xfrm rot="0" flipH="0" flipV="0">
            <a:off x="9726953" y="2762249"/>
            <a:ext cx="412749" cy="419099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906256" name=""/>
          <p:cNvSpPr/>
          <p:nvPr/>
        </p:nvSpPr>
        <p:spPr bwMode="auto">
          <a:xfrm rot="0" flipH="0" flipV="0">
            <a:off x="9231653" y="3219449"/>
            <a:ext cx="412749" cy="419099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222655" name=""/>
          <p:cNvSpPr/>
          <p:nvPr/>
        </p:nvSpPr>
        <p:spPr bwMode="auto">
          <a:xfrm rot="0" flipH="0" flipV="0">
            <a:off x="10209553" y="3219449"/>
            <a:ext cx="412749" cy="419099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47303249" name=""/>
          <p:cNvSpPr txBox="1"/>
          <p:nvPr/>
        </p:nvSpPr>
        <p:spPr bwMode="auto">
          <a:xfrm rot="0" flipH="0" flipV="0">
            <a:off x="9663729" y="1238249"/>
            <a:ext cx="5391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向前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1265480057" name=""/>
          <p:cNvSpPr txBox="1"/>
          <p:nvPr/>
        </p:nvSpPr>
        <p:spPr bwMode="auto">
          <a:xfrm rot="0" flipH="0" flipV="0">
            <a:off x="9168429" y="4888851"/>
            <a:ext cx="5391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向左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2008481424" name=""/>
          <p:cNvSpPr txBox="1"/>
          <p:nvPr/>
        </p:nvSpPr>
        <p:spPr bwMode="auto">
          <a:xfrm rot="0" flipH="0" flipV="0">
            <a:off x="10146329" y="4888851"/>
            <a:ext cx="5391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向右</a:t>
            </a:r>
            <a:endParaRPr sz="1400">
              <a:latin typeface="GenKiGothic2 TC M"/>
              <a:cs typeface="GenKiGothic2 TC M"/>
            </a:endParaRPr>
          </a:p>
        </p:txBody>
      </p:sp>
      <p:cxnSp>
        <p:nvCxnSpPr>
          <p:cNvPr id="958097019" name=""/>
          <p:cNvCxnSpPr/>
          <p:nvPr/>
        </p:nvCxnSpPr>
        <p:spPr bwMode="auto">
          <a:xfrm rot="16199969" flipH="0" flipV="0">
            <a:off x="9324000" y="2152800"/>
            <a:ext cx="1218839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2023674" name=""/>
          <p:cNvCxnSpPr>
            <a:stCxn id="1668906256" idx="2"/>
            <a:endCxn id="1265480057" idx="0"/>
          </p:cNvCxnSpPr>
          <p:nvPr/>
        </p:nvCxnSpPr>
        <p:spPr bwMode="auto">
          <a:xfrm rot="5399976" flipH="0" flipV="0">
            <a:off x="8812877" y="4263700"/>
            <a:ext cx="1250301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203424" name=""/>
          <p:cNvCxnSpPr>
            <a:stCxn id="1925222655" idx="2"/>
            <a:endCxn id="2008481424" idx="0"/>
          </p:cNvCxnSpPr>
          <p:nvPr/>
        </p:nvCxnSpPr>
        <p:spPr bwMode="auto">
          <a:xfrm rot="5399976" flipH="0" flipV="0">
            <a:off x="9790777" y="4263700"/>
            <a:ext cx="1250301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212760" name=""/>
          <p:cNvSpPr/>
          <p:nvPr/>
        </p:nvSpPr>
        <p:spPr bwMode="auto">
          <a:xfrm rot="0" flipH="0" flipV="0">
            <a:off x="1591015" y="3219449"/>
            <a:ext cx="412749" cy="419099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01560043" name=""/>
          <p:cNvCxnSpPr>
            <a:stCxn id="376212760" idx="0"/>
            <a:endCxn id="348403763" idx="2"/>
          </p:cNvCxnSpPr>
          <p:nvPr/>
        </p:nvCxnSpPr>
        <p:spPr bwMode="auto">
          <a:xfrm rot="16199969" flipH="0" flipV="0">
            <a:off x="959370" y="2381429"/>
            <a:ext cx="1676039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403763" name=""/>
          <p:cNvSpPr txBox="1"/>
          <p:nvPr/>
        </p:nvSpPr>
        <p:spPr bwMode="auto">
          <a:xfrm rot="0" flipH="0" flipV="0">
            <a:off x="1527792" y="1238249"/>
            <a:ext cx="5391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抬頭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619724825" name=""/>
          <p:cNvSpPr/>
          <p:nvPr/>
        </p:nvSpPr>
        <p:spPr bwMode="auto">
          <a:xfrm rot="0" flipH="0" flipV="0">
            <a:off x="1837078" y="3687762"/>
            <a:ext cx="412749" cy="419099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82709342" name=""/>
          <p:cNvCxnSpPr>
            <a:stCxn id="619724825" idx="2"/>
            <a:endCxn id="1961340473" idx="0"/>
          </p:cNvCxnSpPr>
          <p:nvPr/>
        </p:nvCxnSpPr>
        <p:spPr bwMode="auto">
          <a:xfrm rot="5399976" flipH="0" flipV="0">
            <a:off x="1652458" y="4497856"/>
            <a:ext cx="781989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1340473" name=""/>
          <p:cNvSpPr txBox="1"/>
          <p:nvPr/>
        </p:nvSpPr>
        <p:spPr bwMode="auto">
          <a:xfrm rot="0" flipH="0" flipV="0">
            <a:off x="1773854" y="4888851"/>
            <a:ext cx="5391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低頭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357986976" name=""/>
          <p:cNvSpPr/>
          <p:nvPr/>
        </p:nvSpPr>
        <p:spPr bwMode="auto">
          <a:xfrm rot="0" flipH="0" flipV="0">
            <a:off x="2551453" y="3219449"/>
            <a:ext cx="412749" cy="419099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29552828" name=""/>
          <p:cNvCxnSpPr/>
          <p:nvPr/>
        </p:nvCxnSpPr>
        <p:spPr bwMode="auto">
          <a:xfrm rot="16199969" flipH="0" flipV="0">
            <a:off x="1919808" y="2381429"/>
            <a:ext cx="1676039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3521738" name=""/>
          <p:cNvSpPr txBox="1"/>
          <p:nvPr/>
        </p:nvSpPr>
        <p:spPr bwMode="auto">
          <a:xfrm rot="0" flipH="0" flipV="0">
            <a:off x="2488229" y="1238249"/>
            <a:ext cx="5391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上升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688853" name=""/>
          <p:cNvSpPr/>
          <p:nvPr/>
        </p:nvSpPr>
        <p:spPr bwMode="auto">
          <a:xfrm rot="0" flipH="0" flipV="0">
            <a:off x="2797515" y="3687762"/>
            <a:ext cx="412749" cy="419099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3082005" name=""/>
          <p:cNvCxnSpPr/>
          <p:nvPr/>
        </p:nvCxnSpPr>
        <p:spPr bwMode="auto">
          <a:xfrm rot="5399976" flipH="0" flipV="0">
            <a:off x="2612895" y="4497856"/>
            <a:ext cx="781989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228055" name=""/>
          <p:cNvSpPr txBox="1"/>
          <p:nvPr/>
        </p:nvSpPr>
        <p:spPr bwMode="auto">
          <a:xfrm rot="0" flipH="0" flipV="0">
            <a:off x="2734291" y="4888851"/>
            <a:ext cx="53919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下降</a:t>
            </a:r>
            <a:endParaRPr sz="1400">
              <a:latin typeface="GenKiGothic2 TC M"/>
              <a:cs typeface="GenKiGothic2 TC 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93807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67229" y="1639134"/>
            <a:ext cx="10725148" cy="3105148"/>
          </a:xfrm>
          <a:prstGeom prst="rect">
            <a:avLst/>
          </a:prstGeom>
        </p:spPr>
      </p:pic>
      <p:sp>
        <p:nvSpPr>
          <p:cNvPr id="2076424652" name=""/>
          <p:cNvSpPr/>
          <p:nvPr/>
        </p:nvSpPr>
        <p:spPr bwMode="auto">
          <a:xfrm rot="0" flipH="0" flipV="0">
            <a:off x="9726952" y="2762248"/>
            <a:ext cx="412749" cy="419098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570470" name=""/>
          <p:cNvSpPr/>
          <p:nvPr/>
        </p:nvSpPr>
        <p:spPr bwMode="auto">
          <a:xfrm rot="0" flipH="0" flipV="0">
            <a:off x="9231652" y="3219448"/>
            <a:ext cx="412749" cy="419098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1923671" name=""/>
          <p:cNvSpPr/>
          <p:nvPr/>
        </p:nvSpPr>
        <p:spPr bwMode="auto">
          <a:xfrm rot="0" flipH="0" flipV="0">
            <a:off x="10209552" y="3219448"/>
            <a:ext cx="412749" cy="419098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32485860" name=""/>
          <p:cNvSpPr txBox="1"/>
          <p:nvPr/>
        </p:nvSpPr>
        <p:spPr bwMode="auto">
          <a:xfrm rot="0" flipH="0" flipV="0">
            <a:off x="9663728" y="1238248"/>
            <a:ext cx="539195" cy="3051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向前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134872478" name=""/>
          <p:cNvSpPr txBox="1"/>
          <p:nvPr/>
        </p:nvSpPr>
        <p:spPr bwMode="auto">
          <a:xfrm rot="0" flipH="0" flipV="0">
            <a:off x="9168428" y="4888850"/>
            <a:ext cx="539195" cy="3051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向左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329722767" name=""/>
          <p:cNvSpPr txBox="1"/>
          <p:nvPr/>
        </p:nvSpPr>
        <p:spPr bwMode="auto">
          <a:xfrm rot="0" flipH="0" flipV="0">
            <a:off x="10146328" y="4888850"/>
            <a:ext cx="539195" cy="3051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向右</a:t>
            </a:r>
            <a:endParaRPr sz="1400">
              <a:latin typeface="GenKiGothic2 TC M"/>
              <a:cs typeface="GenKiGothic2 TC M"/>
            </a:endParaRPr>
          </a:p>
        </p:txBody>
      </p:sp>
      <p:cxnSp>
        <p:nvCxnSpPr>
          <p:cNvPr id="10002587" name=""/>
          <p:cNvCxnSpPr/>
          <p:nvPr/>
        </p:nvCxnSpPr>
        <p:spPr bwMode="auto">
          <a:xfrm rot="16199932" flipH="0" flipV="0">
            <a:off x="9324000" y="2152800"/>
            <a:ext cx="1218838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2860082" name=""/>
          <p:cNvCxnSpPr>
            <a:stCxn id="755570470" idx="2"/>
            <a:endCxn id="134872478" idx="0"/>
          </p:cNvCxnSpPr>
          <p:nvPr/>
        </p:nvCxnSpPr>
        <p:spPr bwMode="auto">
          <a:xfrm rot="5399942" flipH="0" flipV="0">
            <a:off x="8812876" y="4263699"/>
            <a:ext cx="1250300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449563" name=""/>
          <p:cNvCxnSpPr>
            <a:stCxn id="2091923671" idx="2"/>
            <a:endCxn id="329722767" idx="0"/>
          </p:cNvCxnSpPr>
          <p:nvPr/>
        </p:nvCxnSpPr>
        <p:spPr bwMode="auto">
          <a:xfrm rot="5399942" flipH="0" flipV="0">
            <a:off x="9790776" y="4263699"/>
            <a:ext cx="1250300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093787" name=""/>
          <p:cNvSpPr/>
          <p:nvPr/>
        </p:nvSpPr>
        <p:spPr bwMode="auto">
          <a:xfrm rot="0" flipH="0" flipV="0">
            <a:off x="1238589" y="2285998"/>
            <a:ext cx="4229734" cy="419098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82527959" name=""/>
          <p:cNvCxnSpPr>
            <a:stCxn id="59093787" idx="0"/>
            <a:endCxn id="476607363" idx="2"/>
          </p:cNvCxnSpPr>
          <p:nvPr/>
        </p:nvCxnSpPr>
        <p:spPr bwMode="auto">
          <a:xfrm rot="16199969" flipH="0" flipV="1">
            <a:off x="2982162" y="1914703"/>
            <a:ext cx="742590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6863393" name=""/>
          <p:cNvSpPr txBox="1"/>
          <p:nvPr/>
        </p:nvSpPr>
        <p:spPr bwMode="auto">
          <a:xfrm rot="0" flipH="0" flipV="0">
            <a:off x="1797389" y="4945820"/>
            <a:ext cx="539195" cy="3051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抬頭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1833729406" name=""/>
          <p:cNvSpPr/>
          <p:nvPr/>
        </p:nvSpPr>
        <p:spPr bwMode="auto">
          <a:xfrm rot="0" flipH="0" flipV="0">
            <a:off x="1837077" y="3687761"/>
            <a:ext cx="412749" cy="419098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64149644" name=""/>
          <p:cNvCxnSpPr>
            <a:stCxn id="1833729406" idx="2"/>
          </p:cNvCxnSpPr>
          <p:nvPr/>
        </p:nvCxnSpPr>
        <p:spPr bwMode="auto">
          <a:xfrm rot="5399976" flipH="0" flipV="1">
            <a:off x="1686500" y="4470399"/>
            <a:ext cx="727076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534263" name=""/>
          <p:cNvSpPr txBox="1"/>
          <p:nvPr/>
        </p:nvSpPr>
        <p:spPr bwMode="auto">
          <a:xfrm rot="0" flipH="0" flipV="0">
            <a:off x="2036068" y="5414133"/>
            <a:ext cx="539195" cy="3051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低頭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1975387292" name=""/>
          <p:cNvSpPr/>
          <p:nvPr/>
        </p:nvSpPr>
        <p:spPr bwMode="auto">
          <a:xfrm rot="0" flipH="0" flipV="0">
            <a:off x="2551452" y="3219448"/>
            <a:ext cx="412749" cy="419098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2432353" name=""/>
          <p:cNvSpPr txBox="1"/>
          <p:nvPr/>
        </p:nvSpPr>
        <p:spPr bwMode="auto">
          <a:xfrm rot="0" flipH="0" flipV="0">
            <a:off x="2735481" y="4982755"/>
            <a:ext cx="539195" cy="3051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上升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1044397219" name=""/>
          <p:cNvSpPr/>
          <p:nvPr/>
        </p:nvSpPr>
        <p:spPr bwMode="auto">
          <a:xfrm rot="0" flipH="0" flipV="0">
            <a:off x="2797514" y="3687761"/>
            <a:ext cx="412749" cy="419098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93767294" name=""/>
          <p:cNvCxnSpPr/>
          <p:nvPr/>
        </p:nvCxnSpPr>
        <p:spPr bwMode="auto">
          <a:xfrm rot="5399942" flipH="0" flipV="0">
            <a:off x="2612894" y="4497855"/>
            <a:ext cx="781988" cy="0"/>
          </a:xfrm>
          <a:prstGeom prst="line">
            <a:avLst/>
          </a:prstGeom>
          <a:ln w="38099" cap="flat" cmpd="sng" algn="ctr">
            <a:solidFill>
              <a:srgbClr val="FF0000"/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7114650" name=""/>
          <p:cNvSpPr txBox="1"/>
          <p:nvPr/>
        </p:nvSpPr>
        <p:spPr bwMode="auto">
          <a:xfrm rot="0" flipH="0" flipV="0">
            <a:off x="2981542" y="5451067"/>
            <a:ext cx="539195" cy="305158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下降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476607363" name=""/>
          <p:cNvSpPr txBox="1"/>
          <p:nvPr/>
        </p:nvSpPr>
        <p:spPr bwMode="auto">
          <a:xfrm rot="0" flipH="0" flipV="0">
            <a:off x="2906060" y="1238248"/>
            <a:ext cx="89479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GenKiGothic2 TC M"/>
                <a:ea typeface="GenKiGothic2 TC M"/>
                <a:cs typeface="GenKiGothic2 TC M"/>
              </a:rPr>
              <a:t>變速檔位</a:t>
            </a:r>
            <a:endParaRPr sz="1400">
              <a:latin typeface="GenKiGothic2 TC M"/>
              <a:cs typeface="GenKiGothic2 TC M"/>
            </a:endParaRPr>
          </a:p>
        </p:txBody>
      </p:sp>
      <p:sp>
        <p:nvSpPr>
          <p:cNvPr id="2139218906" name=""/>
          <p:cNvSpPr/>
          <p:nvPr/>
        </p:nvSpPr>
        <p:spPr bwMode="auto">
          <a:xfrm rot="0" flipH="0" flipV="0">
            <a:off x="3810994" y="2857500"/>
            <a:ext cx="4791657" cy="787270"/>
          </a:xfrm>
          <a:prstGeom prst="rect">
            <a:avLst/>
          </a:prstGeom>
          <a:solidFill>
            <a:schemeClr val="tx1">
              <a:alpha val="4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430774" name=""/>
          <p:cNvSpPr txBox="1"/>
          <p:nvPr/>
        </p:nvSpPr>
        <p:spPr bwMode="auto">
          <a:xfrm rot="0" flipH="0" flipV="0">
            <a:off x="4010400" y="3034800"/>
            <a:ext cx="4374465" cy="454680"/>
          </a:xfrm>
          <a:prstGeom prst="rect">
            <a:avLst/>
          </a:prstGeom>
          <a:solidFill>
            <a:schemeClr val="bg1"/>
          </a:solidFill>
          <a:ln w="12699">
            <a:solidFill>
              <a:schemeClr val="accent1">
                <a:lumMod val="50196"/>
              </a:schemeClr>
            </a:solidFill>
            <a:prstDash val="solid"/>
          </a:ln>
          <a:effectLst/>
        </p:spPr>
        <p:txBody>
          <a:bodyPr vertOverflow="overflow" horzOverflow="overflow" vert="horz" wrap="square" lIns="126000" tIns="90000" rIns="126000" bIns="9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0000FF"/>
                </a:solidFill>
                <a:latin typeface="GenKiGothic2 TC M"/>
                <a:ea typeface="GenKiGothic2 TC M"/>
                <a:cs typeface="GenKiGothic2 TC M"/>
              </a:rPr>
              <a:t>點擊說明圖片及地圖部分開始飛行</a:t>
            </a:r>
            <a:endParaRPr sz="1800">
              <a:solidFill>
                <a:srgbClr val="0000FF"/>
              </a:solidFill>
              <a:latin typeface="GenKiGothic2 TC M"/>
              <a:cs typeface="GenKiGothic2 TC M"/>
            </a:endParaRPr>
          </a:p>
        </p:txBody>
      </p:sp>
      <p:sp>
        <p:nvSpPr>
          <p:cNvPr id="1009553654" name=""/>
          <p:cNvSpPr/>
          <p:nvPr/>
        </p:nvSpPr>
        <p:spPr bwMode="auto">
          <a:xfrm rot="0" flipH="0" flipV="0">
            <a:off x="1591014" y="3219447"/>
            <a:ext cx="412749" cy="419097"/>
          </a:xfrm>
          <a:prstGeom prst="flowChartAlternateProcess">
            <a:avLst/>
          </a:prstGeom>
          <a:noFill/>
          <a:ln w="380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047250" name=""/>
          <p:cNvSpPr/>
          <p:nvPr/>
        </p:nvSpPr>
        <p:spPr bwMode="auto">
          <a:xfrm>
            <a:off x="1853229" y="4888847"/>
            <a:ext cx="658810" cy="887410"/>
          </a:xfrm>
          <a:custGeom>
            <a:avLst/>
            <a:gdLst/>
            <a:ahLst/>
            <a:cxnLst/>
            <a:rect l="0" t="0" r="r" b="b"/>
            <a:pathLst>
              <a:path w="658811" h="887411" fill="norm" stroke="1" extrusionOk="0">
                <a:moveTo>
                  <a:pt x="303833" y="419098"/>
                </a:moveTo>
                <a:cubicBezTo>
                  <a:pt x="303833" y="419098"/>
                  <a:pt x="68790" y="419098"/>
                  <a:pt x="68790" y="419098"/>
                </a:cubicBezTo>
                <a:cubicBezTo>
                  <a:pt x="31052" y="419098"/>
                  <a:pt x="0" y="388045"/>
                  <a:pt x="0" y="350307"/>
                </a:cubicBezTo>
                <a:cubicBezTo>
                  <a:pt x="0" y="350307"/>
                  <a:pt x="0" y="68792"/>
                  <a:pt x="0" y="68792"/>
                </a:cubicBezTo>
                <a:cubicBezTo>
                  <a:pt x="0" y="31053"/>
                  <a:pt x="31052" y="0"/>
                  <a:pt x="68790" y="0"/>
                </a:cubicBezTo>
                <a:cubicBezTo>
                  <a:pt x="68790" y="0"/>
                  <a:pt x="343957" y="0"/>
                  <a:pt x="343957" y="0"/>
                </a:cubicBezTo>
                <a:cubicBezTo>
                  <a:pt x="381695" y="0"/>
                  <a:pt x="412748" y="31053"/>
                  <a:pt x="412748" y="68792"/>
                </a:cubicBezTo>
                <a:cubicBezTo>
                  <a:pt x="412748" y="68792"/>
                  <a:pt x="412748" y="350307"/>
                  <a:pt x="412748" y="350307"/>
                </a:cubicBezTo>
                <a:cubicBezTo>
                  <a:pt x="412748" y="381523"/>
                  <a:pt x="391500" y="408165"/>
                  <a:pt x="362797" y="416441"/>
                </a:cubicBezTo>
                <a:cubicBezTo>
                  <a:pt x="362797" y="416441"/>
                  <a:pt x="362797" y="468313"/>
                  <a:pt x="362797" y="468313"/>
                </a:cubicBezTo>
                <a:cubicBezTo>
                  <a:pt x="362797" y="468313"/>
                  <a:pt x="590019" y="468313"/>
                  <a:pt x="590019" y="468313"/>
                </a:cubicBezTo>
                <a:cubicBezTo>
                  <a:pt x="627756" y="468313"/>
                  <a:pt x="658811" y="499366"/>
                  <a:pt x="658811" y="537105"/>
                </a:cubicBezTo>
                <a:cubicBezTo>
                  <a:pt x="658811" y="537105"/>
                  <a:pt x="658811" y="818620"/>
                  <a:pt x="658811" y="818620"/>
                </a:cubicBezTo>
                <a:cubicBezTo>
                  <a:pt x="658811" y="856358"/>
                  <a:pt x="627756" y="887411"/>
                  <a:pt x="590019" y="887411"/>
                </a:cubicBezTo>
                <a:cubicBezTo>
                  <a:pt x="590019" y="887411"/>
                  <a:pt x="314853" y="887411"/>
                  <a:pt x="314853" y="887411"/>
                </a:cubicBezTo>
                <a:cubicBezTo>
                  <a:pt x="277115" y="887411"/>
                  <a:pt x="246062" y="856358"/>
                  <a:pt x="246062" y="818620"/>
                </a:cubicBezTo>
                <a:cubicBezTo>
                  <a:pt x="246062" y="818620"/>
                  <a:pt x="246062" y="537105"/>
                  <a:pt x="246062" y="537105"/>
                </a:cubicBezTo>
                <a:cubicBezTo>
                  <a:pt x="246062" y="503114"/>
                  <a:pt x="271254" y="474545"/>
                  <a:pt x="303833" y="469207"/>
                </a:cubicBezTo>
                <a:cubicBezTo>
                  <a:pt x="303833" y="469207"/>
                  <a:pt x="303833" y="419098"/>
                  <a:pt x="303833" y="419098"/>
                </a:cubicBezTo>
                <a:close/>
              </a:path>
            </a:pathLst>
          </a:custGeom>
          <a:noFill/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8985537" name=""/>
          <p:cNvSpPr/>
          <p:nvPr/>
        </p:nvSpPr>
        <p:spPr bwMode="auto">
          <a:xfrm>
            <a:off x="2798703" y="4925784"/>
            <a:ext cx="658810" cy="887410"/>
          </a:xfrm>
          <a:custGeom>
            <a:avLst/>
            <a:gdLst/>
            <a:ahLst/>
            <a:cxnLst/>
            <a:rect l="0" t="0" r="r" b="b"/>
            <a:pathLst>
              <a:path w="658811" h="887411" fill="norm" stroke="1" extrusionOk="0">
                <a:moveTo>
                  <a:pt x="306323" y="419097"/>
                </a:moveTo>
                <a:cubicBezTo>
                  <a:pt x="306323" y="419097"/>
                  <a:pt x="68790" y="419097"/>
                  <a:pt x="68790" y="419097"/>
                </a:cubicBezTo>
                <a:cubicBezTo>
                  <a:pt x="31052" y="419097"/>
                  <a:pt x="0" y="388043"/>
                  <a:pt x="0" y="350306"/>
                </a:cubicBezTo>
                <a:cubicBezTo>
                  <a:pt x="0" y="350306"/>
                  <a:pt x="0" y="68790"/>
                  <a:pt x="0" y="68790"/>
                </a:cubicBezTo>
                <a:cubicBezTo>
                  <a:pt x="0" y="31052"/>
                  <a:pt x="31052" y="0"/>
                  <a:pt x="68790" y="0"/>
                </a:cubicBezTo>
                <a:cubicBezTo>
                  <a:pt x="68790" y="0"/>
                  <a:pt x="343956" y="0"/>
                  <a:pt x="343956" y="0"/>
                </a:cubicBezTo>
                <a:cubicBezTo>
                  <a:pt x="381695" y="0"/>
                  <a:pt x="412748" y="31052"/>
                  <a:pt x="412748" y="68790"/>
                </a:cubicBezTo>
                <a:cubicBezTo>
                  <a:pt x="412748" y="68790"/>
                  <a:pt x="412748" y="350306"/>
                  <a:pt x="412748" y="350306"/>
                </a:cubicBezTo>
                <a:cubicBezTo>
                  <a:pt x="412748" y="380612"/>
                  <a:pt x="392720" y="406608"/>
                  <a:pt x="365286" y="415671"/>
                </a:cubicBezTo>
                <a:cubicBezTo>
                  <a:pt x="365286" y="415671"/>
                  <a:pt x="365286" y="468313"/>
                  <a:pt x="365286" y="468313"/>
                </a:cubicBezTo>
                <a:cubicBezTo>
                  <a:pt x="365286" y="468313"/>
                  <a:pt x="590018" y="468313"/>
                  <a:pt x="590018" y="468313"/>
                </a:cubicBezTo>
                <a:cubicBezTo>
                  <a:pt x="627757" y="468313"/>
                  <a:pt x="658810" y="499366"/>
                  <a:pt x="658810" y="537103"/>
                </a:cubicBezTo>
                <a:cubicBezTo>
                  <a:pt x="658810" y="537103"/>
                  <a:pt x="658810" y="818619"/>
                  <a:pt x="658810" y="818619"/>
                </a:cubicBezTo>
                <a:cubicBezTo>
                  <a:pt x="658810" y="856356"/>
                  <a:pt x="627757" y="887410"/>
                  <a:pt x="590018" y="887410"/>
                </a:cubicBezTo>
                <a:cubicBezTo>
                  <a:pt x="590018" y="887410"/>
                  <a:pt x="314852" y="887410"/>
                  <a:pt x="314852" y="887410"/>
                </a:cubicBezTo>
                <a:cubicBezTo>
                  <a:pt x="277115" y="887410"/>
                  <a:pt x="246062" y="856356"/>
                  <a:pt x="246062" y="818619"/>
                </a:cubicBezTo>
                <a:cubicBezTo>
                  <a:pt x="246062" y="818619"/>
                  <a:pt x="246062" y="537103"/>
                  <a:pt x="246062" y="537103"/>
                </a:cubicBezTo>
                <a:cubicBezTo>
                  <a:pt x="246062" y="502252"/>
                  <a:pt x="272546" y="473101"/>
                  <a:pt x="306323" y="468846"/>
                </a:cubicBezTo>
                <a:cubicBezTo>
                  <a:pt x="306323" y="468846"/>
                  <a:pt x="306323" y="419097"/>
                  <a:pt x="306323" y="419097"/>
                </a:cubicBezTo>
                <a:close/>
              </a:path>
            </a:pathLst>
          </a:custGeom>
          <a:noFill/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2025-10-22T14:26:27Z</dcterms:modified>
</cp:coreProperties>
</file>